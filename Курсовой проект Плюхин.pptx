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45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77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04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489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97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245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14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26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27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279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20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681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404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727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943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067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18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99113C0-73BB-4A48-96D7-1030502C3338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2740FC4-202F-43E6-82D4-3EB4B4EC8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717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Разработка сайта для автосалона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Выполнил: студент группы ПР-42 Плюхин Владимир</a:t>
            </a:r>
          </a:p>
          <a:p>
            <a:r>
              <a:rPr lang="ru-RU" dirty="0" smtClean="0"/>
              <a:t>Руководитель: </a:t>
            </a:r>
            <a:r>
              <a:rPr lang="ru-RU" dirty="0" err="1" smtClean="0"/>
              <a:t>Гариев</a:t>
            </a:r>
            <a:r>
              <a:rPr lang="ru-RU" dirty="0" smtClean="0"/>
              <a:t> Денис Олегович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33420" y="194102"/>
            <a:ext cx="10511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/>
              <a:t>ГОСУДАРСТВЕННОЕ АВТОНОМНОЕ ПРОФЕССИОНАЛЬНОЕ ОБРАЗОВАТЕЛЬНОЕ УЧРЕЖДЕНИЕ СВЕРДЛОВСКОЙ ОБЛАСТИ «ЕКАТЕРИНБУРГСКИЙ КОЛЛЕДЖ ТРАНСПОРТНОГО СТРОИТЕЛЬСТВА»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26749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Актуальность разработки сайта для автосалона обусловлена тем, что все больше людей задумываются о покупке собственного автомобиля. Появление новых автомобильных брендов и спроса на автомобили приводит к появлению новых автосалонов, которым обязательно нужно будет иметь свой собственный сайт. Для большей части потенциальных покупателей приоритетом является простота и удобство поиска нужного им автомобиля.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264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Предметная область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1952624"/>
            <a:ext cx="9905998" cy="3124201"/>
          </a:xfrm>
        </p:spPr>
        <p:txBody>
          <a:bodyPr/>
          <a:lstStyle/>
          <a:p>
            <a:r>
              <a:rPr lang="ru-RU" dirty="0" smtClean="0"/>
              <a:t>Данный курсовой проект относится к сфере продаж автомобилей.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16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2" y="433432"/>
            <a:ext cx="9905998" cy="1905000"/>
          </a:xfrm>
        </p:spPr>
        <p:txBody>
          <a:bodyPr/>
          <a:lstStyle/>
          <a:p>
            <a:r>
              <a:rPr lang="ru-RU" dirty="0" smtClean="0"/>
              <a:t>Цели и задачи проекта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	Цель </a:t>
            </a:r>
            <a:r>
              <a:rPr lang="ru-RU" dirty="0"/>
              <a:t>проекта</a:t>
            </a:r>
          </a:p>
          <a:p>
            <a:r>
              <a:rPr lang="ru-RU" dirty="0" smtClean="0"/>
              <a:t>Разработка </a:t>
            </a:r>
            <a:r>
              <a:rPr lang="ru-RU" dirty="0"/>
              <a:t>удобного и функционального сайта для автосалона, который предоставит каталог с автомобилями, поиск автомобиля по фильтрам.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	Задачи проекта</a:t>
            </a:r>
          </a:p>
          <a:p>
            <a:r>
              <a:rPr lang="ru-RU" dirty="0" smtClean="0"/>
              <a:t>Анализ конкурентов</a:t>
            </a:r>
          </a:p>
          <a:p>
            <a:r>
              <a:rPr lang="ru-RU" dirty="0" smtClean="0"/>
              <a:t>Определение функциональных и технических требований к сайту</a:t>
            </a:r>
          </a:p>
          <a:p>
            <a:r>
              <a:rPr lang="ru-RU" dirty="0" smtClean="0"/>
              <a:t>Разработать красивый и понятный интерфейс</a:t>
            </a:r>
          </a:p>
          <a:p>
            <a:r>
              <a:rPr lang="ru-RU" dirty="0" smtClean="0"/>
              <a:t>Разработать сайт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5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базы данных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558" y="2009774"/>
            <a:ext cx="7774927" cy="430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8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Инструменты разработки</a:t>
            </a:r>
            <a:endParaRPr lang="ru-RU" dirty="0"/>
          </a:p>
        </p:txBody>
      </p:sp>
      <p:pic>
        <p:nvPicPr>
          <p:cNvPr id="1032" name="Picture 8" descr="Yellow HTML icon (png logo symbol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889" y="1892047"/>
            <a:ext cx="2669004" cy="266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2" descr="Bootstrap Social Media Icons - Html Css Js Logo PNG Transparent With Clear  Background ID 233952 | TOPpn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40" name="Picture 16" descr="Файл:CSS3 logo and wordmark.svg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115" y="2036926"/>
            <a:ext cx="1787624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20" descr="Javascript - Icon - Free Transparent PNG Clipart Images Downloa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50" name="Picture 26" descr="Javascript Logo png | PNGEg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0" t="25293" r="24952" b="25348"/>
          <a:stretch/>
        </p:blipFill>
        <p:spPr bwMode="auto">
          <a:xfrm>
            <a:off x="4838700" y="2465550"/>
            <a:ext cx="2006696" cy="196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File:SQLite370.svg - Wikimedia Comm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764" y="2369721"/>
            <a:ext cx="4357593" cy="20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520700" y="4561051"/>
            <a:ext cx="3296480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000" dirty="0" smtClean="0"/>
              <a:t>Языки разметки для создания пользовательского интерфейса.</a:t>
            </a:r>
            <a:endParaRPr lang="ru-RU" sz="2000" dirty="0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4193808" y="4512001"/>
            <a:ext cx="3296480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000" dirty="0" smtClean="0"/>
              <a:t>Используется для интерактивности интерфейса.</a:t>
            </a:r>
            <a:endParaRPr lang="ru-RU" sz="2000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8141320" y="4512001"/>
            <a:ext cx="3296480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000" dirty="0" smtClean="0"/>
              <a:t>Используется для хранения данных.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0211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2788" y="2266949"/>
            <a:ext cx="5345112" cy="4000501"/>
          </a:xfrm>
        </p:spPr>
        <p:txBody>
          <a:bodyPr>
            <a:normAutofit/>
          </a:bodyPr>
          <a:lstStyle/>
          <a:p>
            <a:r>
              <a:rPr lang="ru-RU" dirty="0" smtClean="0"/>
              <a:t>В рамках курсового проекта был разработан сайт для автосалона.</a:t>
            </a:r>
          </a:p>
          <a:p>
            <a:r>
              <a:rPr lang="ru-RU" dirty="0" smtClean="0"/>
              <a:t>Реализована система регистрации, авторизации и профиль пользователя.</a:t>
            </a:r>
          </a:p>
          <a:p>
            <a:r>
              <a:rPr lang="ru-RU" dirty="0" smtClean="0"/>
              <a:t>Реализована возможность добавлять автомобили в «Избранное».</a:t>
            </a:r>
          </a:p>
          <a:p>
            <a:r>
              <a:rPr lang="ru-RU" dirty="0" smtClean="0"/>
              <a:t>Реализован кредитный калькулятор.</a:t>
            </a:r>
          </a:p>
          <a:p>
            <a:r>
              <a:rPr lang="ru-RU" dirty="0" smtClean="0"/>
              <a:t>Реализованы </a:t>
            </a:r>
            <a:r>
              <a:rPr lang="en-US" dirty="0" smtClean="0"/>
              <a:t>CRUD </a:t>
            </a:r>
            <a:r>
              <a:rPr lang="ru-RU" dirty="0" smtClean="0"/>
              <a:t>операции для администратора.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486525" y="972502"/>
            <a:ext cx="5114925" cy="4398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62850" y="5549383"/>
            <a:ext cx="324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BBBC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QR-</a:t>
            </a:r>
            <a:r>
              <a:rPr lang="ru-RU" dirty="0" smtClean="0">
                <a:solidFill>
                  <a:srgbClr val="BBBC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на проект в </a:t>
            </a:r>
            <a:r>
              <a:rPr lang="en-US" dirty="0" smtClean="0">
                <a:solidFill>
                  <a:srgbClr val="BBBC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</a:t>
            </a:r>
            <a:endParaRPr lang="ru-RU" dirty="0">
              <a:solidFill>
                <a:srgbClr val="BBBCB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7303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Сетка</Template>
  <TotalTime>202</TotalTime>
  <Words>209</Words>
  <Application>Microsoft Office PowerPoint</Application>
  <PresentationFormat>Широкоэкранный</PresentationFormat>
  <Paragraphs>28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Сетка</vt:lpstr>
      <vt:lpstr>Разработка сайта для автосалона</vt:lpstr>
      <vt:lpstr>Актуальность проекта</vt:lpstr>
      <vt:lpstr>Предметная область</vt:lpstr>
      <vt:lpstr>Цели и задачи проекта</vt:lpstr>
      <vt:lpstr>Структура базы данных</vt:lpstr>
      <vt:lpstr>Инструменты разработки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сайта для автосалона</dc:title>
  <dc:creator>Владимир Плюхин</dc:creator>
  <cp:lastModifiedBy>Владимир Плюхин</cp:lastModifiedBy>
  <cp:revision>13</cp:revision>
  <dcterms:created xsi:type="dcterms:W3CDTF">2026-01-25T16:18:33Z</dcterms:created>
  <dcterms:modified xsi:type="dcterms:W3CDTF">2026-02-13T09:54:04Z</dcterms:modified>
</cp:coreProperties>
</file>